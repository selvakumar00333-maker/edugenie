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51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1F5FF"/>
                </a:solidFill>
                <a:latin typeface="Aptos"/>
              </a:rPr>
              <a:t>EDUGENIE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37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EC2FF"/>
                </a:solidFill>
                <a:latin typeface="Aptos"/>
              </a:rPr>
              <a:t>Google Gemini Powered Learning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2316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6B3D0"/>
                </a:solidFill>
                <a:latin typeface="Aptos"/>
              </a:rPr>
              <a:t>An AI-powered study companion for questions, explanations, quizzes, summaries and personalized learning paths.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794760"/>
            <a:ext cx="5669280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40690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3D0"/>
                </a:solidFill>
                <a:latin typeface="Aptos"/>
              </a:rPr>
              <a:t>Presented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4074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1F5FF"/>
                </a:solidFill>
                <a:latin typeface="Aptos"/>
              </a:rPr>
              <a:t>SELVA KUMAR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8463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F"/>
                </a:solidFill>
                <a:latin typeface="Aptos"/>
              </a:rPr>
              <a:t>B.Sc. Computer Science with Cyber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794760"/>
            <a:ext cx="42976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1F5FF"/>
                </a:solidFill>
                <a:latin typeface="Aptos"/>
              </a:rPr>
              <a:t>M.G.R College of Arts and Science, Hosur
Guide / Mentor: 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5596128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Academic Year: 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2362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GitHub: github.com/Yaswanth-571/eduginie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1. 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Why EduGenie was developed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94960" cy="4572000"/>
          </a:xfrm>
          <a:prstGeom prst="roundRect">
            <a:avLst/>
          </a:prstGeom>
          <a:solidFill>
            <a:srgbClr val="0C142A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F"/>
                </a:solidFill>
                <a:latin typeface="Aptos"/>
              </a:rPr>
              <a:t>The learning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4800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1F5FF"/>
                </a:solidFill>
                <a:latin typeface="Aptos"/>
              </a:defRPr>
            </a:pPr>
            <a:r>
              <a:t>• Students often switch between search engines, textbooks, quiz sites and notes.</a:t>
            </a:r>
          </a:p>
          <a:p>
            <a:pPr>
              <a:spcAft>
                <a:spcPts val="500"/>
              </a:spcAft>
              <a:defRPr sz="1500">
                <a:solidFill>
                  <a:srgbClr val="F1F5FF"/>
                </a:solidFill>
                <a:latin typeface="Aptos"/>
              </a:defRPr>
            </a:pPr>
            <a:r>
              <a:t>• Complex technical topics may need a simpler explanation.</a:t>
            </a:r>
          </a:p>
          <a:p>
            <a:pPr>
              <a:spcAft>
                <a:spcPts val="500"/>
              </a:spcAft>
              <a:defRPr sz="1500">
                <a:solidFill>
                  <a:srgbClr val="F1F5FF"/>
                </a:solidFill>
                <a:latin typeface="Aptos"/>
              </a:defRPr>
            </a:pPr>
            <a:r>
              <a:t>• Long educational material takes time to revise.</a:t>
            </a:r>
          </a:p>
          <a:p>
            <a:pPr>
              <a:spcAft>
                <a:spcPts val="500"/>
              </a:spcAft>
              <a:defRPr sz="1500">
                <a:solidFill>
                  <a:srgbClr val="F1F5FF"/>
                </a:solidFill>
                <a:latin typeface="Aptos"/>
              </a:defRPr>
            </a:pPr>
            <a:r>
              <a:t>• Creating practice questions manually is time-consuming.</a:t>
            </a:r>
          </a:p>
          <a:p>
            <a:pPr>
              <a:spcAft>
                <a:spcPts val="500"/>
              </a:spcAft>
              <a:defRPr sz="1500">
                <a:solidFill>
                  <a:srgbClr val="F1F5FF"/>
                </a:solidFill>
                <a:latin typeface="Aptos"/>
              </a:defRPr>
            </a:pPr>
            <a:r>
              <a:t>• A structured learning sequence is not always obvious.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25880"/>
            <a:ext cx="5212080" cy="45720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5727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F"/>
                </a:solidFill>
                <a:latin typeface="Aptos"/>
              </a:rPr>
              <a:t>Project 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11680"/>
            <a:ext cx="4526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1F5FF"/>
                </a:solidFill>
                <a:latin typeface="Aptos"/>
              </a:rPr>
              <a:t>Build one lightweight web application that combines several useful study activities while keeping the backend modular and the user interaction simple.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5196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Core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52628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C2FF"/>
                </a:solidFill>
                <a:latin typeface="Aptos"/>
              </a:rPr>
              <a:t>One interface → five learning tasks → one common Gemini 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2. Objectives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What the completed system is designed to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057400" cy="123444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1536192"/>
            <a:ext cx="457200" cy="45720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63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447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5564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Answer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07791" y="1325880"/>
            <a:ext cx="2057400" cy="123444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044951" y="1536192"/>
            <a:ext cx="457200" cy="457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44951" y="1563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1" y="14447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3591" y="175564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Simplify concepts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75504" y="1325880"/>
            <a:ext cx="2057400" cy="123444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12664" y="1536192"/>
            <a:ext cx="457200" cy="457200"/>
          </a:xfrm>
          <a:prstGeom prst="ellipse">
            <a:avLst/>
          </a:prstGeom>
          <a:solidFill>
            <a:srgbClr val="FF6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12664" y="1563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304" y="14447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Quiz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1304" y="175564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Practice with MCQs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1325880"/>
            <a:ext cx="2057400" cy="123444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580375" y="1536192"/>
            <a:ext cx="457200" cy="457200"/>
          </a:xfrm>
          <a:prstGeom prst="ellipse">
            <a:avLst/>
          </a:prstGeom>
          <a:solidFill>
            <a:srgbClr val="34D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0375" y="1563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9015" y="14447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9015" y="175564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Condense 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10928" y="1325880"/>
            <a:ext cx="2057400" cy="123444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848088" y="1536192"/>
            <a:ext cx="457200" cy="457200"/>
          </a:xfrm>
          <a:prstGeom prst="ellipse">
            <a:avLst/>
          </a:prstGeom>
          <a:solidFill>
            <a:srgbClr val="F2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48088" y="1563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96728" y="1444752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Learning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96728" y="175564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Guide study sequence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2880360"/>
            <a:ext cx="5394960" cy="2651760"/>
          </a:xfrm>
          <a:prstGeom prst="roundRect">
            <a:avLst/>
          </a:prstGeom>
          <a:solidFill>
            <a:srgbClr val="0C142A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312724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F"/>
                </a:solidFill>
                <a:latin typeface="Aptos"/>
              </a:rPr>
              <a:t>Objectives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3493008"/>
            <a:ext cx="4800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Integrate Gemini API into a student-focused web application.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Use FastAPI for clear feature-based endpoints.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Validate structured input/output using Pydantic.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Provide a single, responsive interface for all five tasks.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2880360"/>
            <a:ext cx="5212080" cy="265176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3127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F"/>
                </a:solidFill>
                <a:latin typeface="Aptos"/>
              </a:rPr>
              <a:t>Current 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493008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Local FastAPI application.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Database-free implementation.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No persistent accounts or offline AI model.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AI responses depend on Gemini API availability.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3.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End-to-end request and response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148840" cy="9601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19" y="161848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F"/>
                </a:solidFill>
                <a:latin typeface="Aptos"/>
              </a:rPr>
              <a:t>USER / STUDENT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417320"/>
            <a:ext cx="2560320" cy="9601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54680" y="1618488"/>
            <a:ext cx="23774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F"/>
                </a:solidFill>
                <a:latin typeface="Aptos"/>
              </a:rPr>
              <a:t>FRONTEND
HTML + CSS + 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1417320"/>
            <a:ext cx="2148840" cy="9601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9320" y="1618488"/>
            <a:ext cx="1965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F"/>
                </a:solidFill>
                <a:latin typeface="Aptos"/>
              </a:rPr>
              <a:t>FASTAPI
main.py + 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246120" cy="9601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618488"/>
            <a:ext cx="3063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1F5FF"/>
                </a:solidFill>
                <a:latin typeface="Aptos"/>
              </a:rPr>
              <a:t>FEATURE MODULES
Q&amp;A • Explain • Quiz • Summary •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70078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6B3D0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170078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6B3D0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70078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6B3D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2971800"/>
            <a:ext cx="6080760" cy="9601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0" y="3182112"/>
            <a:ext cx="5806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1F5FF"/>
                </a:solidFill>
                <a:latin typeface="Aptos"/>
              </a:rPr>
              <a:t>SHARED GEMINI SERVICE  →  Google Gemini API  →  Gemini 3.5 Flash-Lite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404164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A6B3D0"/>
                </a:solidFill>
                <a:latin typeface="Aptos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4407408"/>
            <a:ext cx="5074920" cy="914400"/>
          </a:xfrm>
          <a:prstGeom prst="roundRect">
            <a:avLst/>
          </a:prstGeom>
          <a:solidFill>
            <a:srgbClr val="0C142A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03320" y="461772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EC2FF"/>
                </a:solidFill>
                <a:latin typeface="Aptos"/>
              </a:rPr>
              <a:t>Generated response → FastAPI → JavaScript → EduGenie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78815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6B3D0"/>
                </a:solidFill>
                <a:latin typeface="Aptos"/>
              </a:rPr>
              <a:t>No database layer is present in the current version.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4. Technologies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Tools and frameworks used in the completed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1" y="1527048"/>
            <a:ext cx="502920" cy="50292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5270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1892807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Backend programming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3258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21024" y="1527048"/>
            <a:ext cx="502920" cy="50292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1024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15270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42816" y="1892807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REST API + routing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3258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37376" y="1527048"/>
            <a:ext cx="502920" cy="502920"/>
          </a:xfrm>
          <a:prstGeom prst="ellipse">
            <a:avLst/>
          </a:prstGeom>
          <a:solidFill>
            <a:srgbClr val="34D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7376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15270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Gemini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1892807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AI generation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89136" y="13258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53728" y="1527048"/>
            <a:ext cx="502920" cy="502920"/>
          </a:xfrm>
          <a:prstGeom prst="ellipse">
            <a:avLst/>
          </a:prstGeom>
          <a:solidFill>
            <a:srgbClr val="FF6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3728" y="15544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19" y="15270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HTML / CSS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19" y="1892807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Interface +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1546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04671" y="3355848"/>
            <a:ext cx="502920" cy="502920"/>
          </a:xfrm>
          <a:prstGeom prst="ellipse">
            <a:avLst/>
          </a:prstGeom>
          <a:solidFill>
            <a:srgbClr val="F2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4671" y="3383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J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6464" y="33558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JavaScript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6464" y="3721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Browser interaction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56432" y="31546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621024" y="3355848"/>
            <a:ext cx="502920" cy="50292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21024" y="3383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2816" y="33558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Pydantic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2816" y="3721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Validation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72784" y="31546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37376" y="3355848"/>
            <a:ext cx="502920" cy="50292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37376" y="3383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9168" y="33558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Uvicorn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3721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Local server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89136" y="3154680"/>
            <a:ext cx="2578608" cy="14173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253728" y="3355848"/>
            <a:ext cx="502920" cy="502920"/>
          </a:xfrm>
          <a:prstGeom prst="ellipse">
            <a:avLst/>
          </a:prstGeom>
          <a:solidFill>
            <a:srgbClr val="34D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53728" y="3383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19" y="3355848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F5FF"/>
                </a:solidFill>
                <a:latin typeface="Aptos"/>
              </a:rPr>
              <a:t>Git / GitHub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19" y="37216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Version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5. Five Learning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Each feature uses the same Gemini service with a different task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456432" cy="16002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04671" y="1600200"/>
            <a:ext cx="566928" cy="566928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27632"/>
            <a:ext cx="56692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54480"/>
            <a:ext cx="2404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F"/>
                </a:solidFill>
                <a:latin typeface="Aptos"/>
              </a:rPr>
              <a:t>Q&amp;A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984248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3D0"/>
                </a:solidFill>
                <a:latin typeface="Aptos"/>
              </a:rPr>
              <a:t>Answer questions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325880"/>
            <a:ext cx="3456432" cy="16002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72000" y="1600200"/>
            <a:ext cx="566928" cy="566928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627632"/>
            <a:ext cx="56692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1554480"/>
            <a:ext cx="2404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F"/>
                </a:solidFill>
                <a:latin typeface="Aptos"/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1984248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3D0"/>
                </a:solidFill>
                <a:latin typeface="Aptos"/>
              </a:rPr>
              <a:t>Simplify concepts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74736" y="1325880"/>
            <a:ext cx="3456432" cy="16002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39327" y="1600200"/>
            <a:ext cx="566928" cy="566928"/>
          </a:xfrm>
          <a:prstGeom prst="ellipse">
            <a:avLst/>
          </a:prstGeom>
          <a:solidFill>
            <a:srgbClr val="FF6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7" y="1627632"/>
            <a:ext cx="56692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5" y="1554480"/>
            <a:ext cx="2404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F"/>
                </a:solidFill>
                <a:latin typeface="Aptos"/>
              </a:rPr>
              <a:t>Quiz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5" y="1984248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3D0"/>
                </a:solidFill>
                <a:latin typeface="Aptos"/>
              </a:rPr>
              <a:t>Practice with MCQs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91839"/>
            <a:ext cx="3456432" cy="16002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04671" y="3566159"/>
            <a:ext cx="566928" cy="566928"/>
          </a:xfrm>
          <a:prstGeom prst="ellipse">
            <a:avLst/>
          </a:prstGeom>
          <a:solidFill>
            <a:srgbClr val="34D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3593591"/>
            <a:ext cx="56692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3520439"/>
            <a:ext cx="2404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F"/>
                </a:solidFill>
                <a:latin typeface="Aptos"/>
              </a:rPr>
              <a:t>Summary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3950207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3D0"/>
                </a:solidFill>
                <a:latin typeface="Aptos"/>
              </a:rPr>
              <a:t>Condense text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3291839"/>
            <a:ext cx="3456432" cy="16002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72000" y="3566159"/>
            <a:ext cx="566928" cy="566928"/>
          </a:xfrm>
          <a:prstGeom prst="ellipse">
            <a:avLst/>
          </a:prstGeom>
          <a:solidFill>
            <a:srgbClr val="F2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0" y="3593591"/>
            <a:ext cx="566928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76088" y="3520439"/>
            <a:ext cx="2404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1F5FF"/>
                </a:solidFill>
                <a:latin typeface="Aptos"/>
              </a:rPr>
              <a:t>Learning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76088" y="3950207"/>
            <a:ext cx="2404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6B3D0"/>
                </a:solidFill>
                <a:latin typeface="Aptos"/>
              </a:rPr>
              <a:t>Guide study sequence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5349240"/>
            <a:ext cx="3657600" cy="566928"/>
          </a:xfrm>
          <a:prstGeom prst="roundRect">
            <a:avLst/>
          </a:prstGeom>
          <a:solidFill>
            <a:srgbClr val="0C142A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43400" y="5504688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EC2FF"/>
                </a:solidFill>
                <a:latin typeface="Aptos"/>
              </a:rPr>
              <a:t>Five modules → one shared Gemini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6. Backend / API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FastAPI provides the communication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25880"/>
          <a:ext cx="10698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C2FF"/>
                          </a:solidFill>
                        </a:rPr>
                        <a:t>Endpoint</a:t>
                      </a:r>
                    </a:p>
                  </a:txBody>
                  <a:tcPr>
                    <a:solidFill>
                      <a:srgbClr val="12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C2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21B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EC2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121B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/qa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Answer a question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/explain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Explain a concept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/quiz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Generate a 3-question MCQ quiz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/summarize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Summarize educational text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/learn/recommendations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5FF"/>
                          </a:solidFill>
                        </a:rPr>
                        <a:t>Generate a learning path</a:t>
                      </a:r>
                    </a:p>
                  </a:txBody>
                  <a:tcPr>
                    <a:solidFill>
                      <a:srgbClr val="0C14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61772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F5FF"/>
                </a:solidFill>
                <a:latin typeface="Aptos"/>
              </a:rPr>
              <a:t>Typical request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56632"/>
            <a:ext cx="10424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C2FF"/>
                </a:solidFill>
                <a:latin typeface="Aptos"/>
              </a:rPr>
              <a:t>Browser → POST endpoint → Pydantic validation → feature module → shared Gemini service → Gemini → JSON/text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6B3D0"/>
                </a:solidFill>
                <a:latin typeface="Aptos"/>
              </a:rPr>
              <a:t>The frontend never sends the Gemini secret key directly to the browser.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7. How a Prompt Becomes an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Example: Concept Explanation 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08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325880"/>
            <a:ext cx="438912" cy="438912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353312"/>
            <a:ext cx="4389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30759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User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29844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3D0"/>
                </a:solidFill>
                <a:latin typeface="Aptos"/>
              </a:rPr>
              <a:t>Explain SQL Injection to a beginner.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130552"/>
            <a:ext cx="438912" cy="438912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157984"/>
            <a:ext cx="4389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112264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1031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3D0"/>
                </a:solidFill>
                <a:latin typeface="Aptos"/>
              </a:rPr>
              <a:t>JavaScript sends POST /explain.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2935224"/>
            <a:ext cx="438912" cy="438912"/>
          </a:xfrm>
          <a:prstGeom prst="ellipse">
            <a:avLst/>
          </a:prstGeom>
          <a:solidFill>
            <a:srgbClr val="34DC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2962656"/>
            <a:ext cx="4389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16936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907792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3D0"/>
                </a:solidFill>
                <a:latin typeface="Aptos"/>
              </a:rPr>
              <a:t>Validates the request and calls the explanation module.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3739896"/>
            <a:ext cx="438912" cy="438912"/>
          </a:xfrm>
          <a:prstGeom prst="ellipse">
            <a:avLst/>
          </a:prstGeom>
          <a:solidFill>
            <a:srgbClr val="F2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767328"/>
            <a:ext cx="4389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21608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Module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712463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3D0"/>
                </a:solidFill>
                <a:latin typeface="Aptos"/>
              </a:rPr>
              <a:t>Builds a task-specific educational prompt.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4544568"/>
            <a:ext cx="438912" cy="438912"/>
          </a:xfrm>
          <a:prstGeom prst="ellipse">
            <a:avLst/>
          </a:prstGeom>
          <a:solidFill>
            <a:srgbClr val="FF62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572000"/>
            <a:ext cx="4389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526280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Gemini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4517136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3D0"/>
                </a:solidFill>
                <a:latin typeface="Aptos"/>
              </a:rPr>
              <a:t>Sends the prompt to Gemini 3.5 Flash-Lite.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5349240"/>
            <a:ext cx="438912" cy="438912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" y="5376672"/>
            <a:ext cx="438912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1F5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330952"/>
            <a:ext cx="1508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F"/>
                </a:solidFill>
                <a:latin typeface="Aptos"/>
              </a:rPr>
              <a:t>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532180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6B3D0"/>
                </a:solidFill>
                <a:latin typeface="Aptos"/>
              </a:rPr>
              <a:t>Gemini returns text → FastAPI → JavaScript → UI.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58200" y="5715000"/>
            <a:ext cx="2697480" cy="5029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549640" y="5843016"/>
            <a:ext cx="2514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C2FF"/>
                </a:solidFill>
                <a:latin typeface="Aptos"/>
              </a:rPr>
              <a:t>Prompt → Gemini →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8. Frontend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Final EduGenie interface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6629400" cy="5257800"/>
          </a:xfrm>
          <a:prstGeom prst="roundRect">
            <a:avLst/>
          </a:prstGeom>
          <a:solidFill>
            <a:srgbClr val="121B36"/>
          </a:solidFill>
          <a:ln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shot 2026-09-27 134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1" y="2229870"/>
            <a:ext cx="6483096" cy="326693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1234440"/>
            <a:ext cx="4343400" cy="52578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35240" y="150876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F"/>
                </a:solidFill>
                <a:latin typeface="Aptos"/>
              </a:rPr>
              <a:t>Main UI elements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965960"/>
            <a:ext cx="3703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EduGenie branding and dark AI-learning theme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Sidebar: Chat, Saved, History, Library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Study Tools: Quiz, Explain, Summarize, Learning Path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Feature selector above the chat composer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Large contextual input box with send control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AI response cards and session conversation display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5257800"/>
            <a:ext cx="3703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2FF"/>
                </a:solidFill>
                <a:latin typeface="Aptos"/>
              </a:rPr>
              <a:t>Designed as a focused chat-style learning workspace.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9. Feature Demonstration – Q&amp;A &amp;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Actual project screenshots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577840" cy="4526280"/>
          </a:xfrm>
          <a:prstGeom prst="roundRect">
            <a:avLst/>
          </a:prstGeom>
          <a:solidFill>
            <a:srgbClr val="121B36"/>
          </a:solidFill>
          <a:ln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shot 2026-09-27 134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107643"/>
            <a:ext cx="5486400" cy="277987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63640" y="1234440"/>
            <a:ext cx="5440680" cy="4526280"/>
          </a:xfrm>
          <a:prstGeom prst="roundRect">
            <a:avLst/>
          </a:prstGeom>
          <a:solidFill>
            <a:srgbClr val="121B36"/>
          </a:solidFill>
          <a:ln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shot 2026-09-27 1343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137394"/>
            <a:ext cx="5349240" cy="27203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8338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6B3D0"/>
                </a:solidFill>
                <a:latin typeface="Aptos"/>
              </a:rPr>
              <a:t>Q&amp;A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83387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6B3D0"/>
                </a:solidFill>
                <a:latin typeface="Aptos"/>
              </a:rPr>
              <a:t>Concept Explanation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10. Feature Demonstration – Quiz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Structured output and revision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577840" cy="4526280"/>
          </a:xfrm>
          <a:prstGeom prst="roundRect">
            <a:avLst/>
          </a:prstGeom>
          <a:solidFill>
            <a:srgbClr val="121B36"/>
          </a:solidFill>
          <a:ln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shot 2026-09-27 1345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112506"/>
            <a:ext cx="5486400" cy="27701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63640" y="1234440"/>
            <a:ext cx="5440680" cy="4526280"/>
          </a:xfrm>
          <a:prstGeom prst="roundRect">
            <a:avLst/>
          </a:prstGeom>
          <a:solidFill>
            <a:srgbClr val="121B36"/>
          </a:solidFill>
          <a:ln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Screenshot 2026-09-27 1346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59" y="2152408"/>
            <a:ext cx="5349240" cy="26903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83387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6B3D0"/>
                </a:solidFill>
                <a:latin typeface="Aptos"/>
              </a:rPr>
              <a:t>Quiz generation – 3 questions, 4 options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833872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A6B3D0"/>
                </a:solidFill>
                <a:latin typeface="Aptos"/>
              </a:rPr>
              <a:t>Summarization – concise study response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11. Feature Demonstration – Learning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Level-based recommendations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6537960" cy="5074920"/>
          </a:xfrm>
          <a:prstGeom prst="roundRect">
            <a:avLst/>
          </a:prstGeom>
          <a:solidFill>
            <a:srgbClr val="121B36"/>
          </a:solidFill>
          <a:ln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creenshot 2026-09-27 1347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150820"/>
            <a:ext cx="6446520" cy="324215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234440"/>
            <a:ext cx="4389120" cy="50749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1536192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F"/>
                </a:solidFill>
                <a:latin typeface="Aptos"/>
              </a:rPr>
              <a:t>Learning Path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965960"/>
            <a:ext cx="365760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Enter a topic such as Python or Web Penetration Testing.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Select Beginner, Intermediate or Advanced.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Send request to /learn/recommendations.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Gemini generates a structured learning path.</a:t>
            </a:r>
          </a:p>
          <a:p>
            <a:pPr>
              <a:spcAft>
                <a:spcPts val="500"/>
              </a:spcAft>
              <a:defRPr sz="1300">
                <a:solidFill>
                  <a:srgbClr val="F1F5FF"/>
                </a:solidFill>
                <a:latin typeface="Aptos"/>
              </a:defRPr>
            </a:pPr>
            <a:r>
              <a:t>• The response is displayed in the same chat workspace.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5166360"/>
            <a:ext cx="3703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2FF"/>
                </a:solidFill>
                <a:latin typeface="Aptos"/>
              </a:rPr>
              <a:t>The selected level changes the guidance generated by the feature.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12. Testing, Security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Validation performed on the completed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2057400" cy="86868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44475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34DCB2"/>
                </a:solidFill>
                <a:latin typeface="Aptos"/>
              </a:rPr>
              <a:t>39 passed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78308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automated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325880"/>
            <a:ext cx="2057400" cy="86868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18104" y="144475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C2FF"/>
                </a:solidFill>
                <a:latin typeface="Aptos"/>
              </a:rPr>
              <a:t>5 /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104" y="178308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learning endpoints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1325880"/>
            <a:ext cx="2057400" cy="86868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04104" y="144475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F58FF"/>
                </a:solidFill>
                <a:latin typeface="Aptos"/>
              </a:rPr>
              <a:t>Gemini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178308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AI provider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1325880"/>
            <a:ext cx="2057400" cy="86868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90104" y="1444752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C24F"/>
                </a:solidFill>
                <a:latin typeface="Aptos"/>
              </a:rPr>
              <a:t>None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0104" y="1783080"/>
            <a:ext cx="1783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B3D0"/>
                </a:solidFill>
                <a:latin typeface="Aptos"/>
              </a:rPr>
              <a:t>database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514600"/>
            <a:ext cx="5303520" cy="3200400"/>
          </a:xfrm>
          <a:prstGeom prst="roundRect">
            <a:avLst/>
          </a:prstGeom>
          <a:solidFill>
            <a:srgbClr val="0C142A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2743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F"/>
                </a:solidFill>
                <a:latin typeface="Aptos"/>
              </a:rPr>
              <a:t>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154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Unit/module tests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API endpoint tests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Validation and error-case tests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Browser-based functional testing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Quiz structure validation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514600"/>
            <a:ext cx="5212080" cy="320040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2743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1F5FF"/>
                </a:solidFill>
                <a:latin typeface="Aptos"/>
              </a:rPr>
              <a:t>Security &amp; limitations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154680"/>
            <a:ext cx="4526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API key kept in environment configuration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.env excluded from Git tracking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No API key in frontend code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Depends on Gemini API/network/quota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No persistent accounts or database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784080" y="-457200"/>
            <a:ext cx="2743200" cy="2743200"/>
          </a:xfrm>
          <a:prstGeom prst="ellipse">
            <a:avLst/>
          </a:prstGeom>
          <a:solidFill>
            <a:srgbClr val="8F5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822960" y="5120640"/>
            <a:ext cx="2468880" cy="2468880"/>
          </a:xfrm>
          <a:prstGeom prst="ellipse">
            <a:avLst/>
          </a:prstGeom>
          <a:solidFill>
            <a:srgbClr val="2E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657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1F5FF"/>
                </a:solidFill>
                <a:latin typeface="Aptos"/>
              </a:rPr>
              <a:t>13. Future Enhancements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046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6B3D0"/>
                </a:solidFill>
                <a:latin typeface="Aptos"/>
              </a:rPr>
              <a:t>Where EduGenie can go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6B3D0"/>
                </a:solidFill>
                <a:latin typeface="Aptos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486400" cy="4389120"/>
          </a:xfrm>
          <a:prstGeom prst="roundRect">
            <a:avLst/>
          </a:prstGeom>
          <a:solidFill>
            <a:srgbClr val="0C142A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600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F"/>
                </a:solidFill>
                <a:latin typeface="Aptos"/>
              </a:rP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01168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Database-backed student profiles and persistent chat history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Learning progress tracking and analytics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PDF / document input for study material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Voice interaction and multilingual learning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Teacher / administrator dashboard</a:t>
            </a:r>
          </a:p>
          <a:p>
            <a:pPr>
              <a:spcAft>
                <a:spcPts val="500"/>
              </a:spcAft>
              <a:defRPr sz="1400">
                <a:solidFill>
                  <a:srgbClr val="F1F5FF"/>
                </a:solidFill>
                <a:latin typeface="Aptos"/>
              </a:defRPr>
            </a:pPr>
            <a:r>
              <a:t>• Cloud deployment and improved adaptive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25880"/>
            <a:ext cx="5120640" cy="4389120"/>
          </a:xfrm>
          <a:prstGeom prst="roundRect">
            <a:avLst/>
          </a:prstGeom>
          <a:solidFill>
            <a:srgbClr val="121B36"/>
          </a:solidFill>
          <a:ln w="15240">
            <a:solidFill>
              <a:srgbClr val="2B3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1F5FF"/>
                </a:solidFill>
                <a:latin typeface="Aptos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480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1F5FF"/>
                </a:solidFill>
                <a:latin typeface="Aptos"/>
              </a:rPr>
              <a:t>EduGenie demonstrates a practical way to connect a student-friendly web interface with FastAPI and generative AI. The completed system brings five learning tasks into one application while keeping the code modular and the current version lightweight.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70916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EC2FF"/>
                </a:solidFill>
                <a:latin typeface="Aptos"/>
              </a:rPr>
              <a:t>Final model: Gemini 3.5 Flash-Lite
Repository: github.com/Yaswanth-571/eduginie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14476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1F5F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1013</Words>
  <Application>Microsoft Office PowerPoint</Application>
  <PresentationFormat>Widescreen</PresentationFormat>
  <Paragraphs>224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Tharun</dc:creator>
  <cp:keywords/>
  <dc:description>generated using python-pptx</dc:description>
  <cp:lastModifiedBy>Tharun kumar</cp:lastModifiedBy>
  <cp:revision>1</cp:revision>
  <dcterms:created xsi:type="dcterms:W3CDTF">2013-01-27T09:14:16Z</dcterms:created>
  <dcterms:modified xsi:type="dcterms:W3CDTF">2026-09-28T19:28:36Z</dcterms:modified>
  <cp:category/>
</cp:coreProperties>
</file>